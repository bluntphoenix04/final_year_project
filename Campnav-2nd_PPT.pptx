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ink/ink2.xml" ContentType="application/inkml+xml"/>
  <Override PartName="/ppt/notesSlides/notesSlide13.xml" ContentType="application/vnd.openxmlformats-officedocument.presentationml.notesSlide+xml"/>
  <Override PartName="/ppt/ink/ink3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515" r:id="rId2"/>
    <p:sldId id="516" r:id="rId3"/>
    <p:sldId id="517" r:id="rId4"/>
    <p:sldId id="518" r:id="rId5"/>
    <p:sldId id="519" r:id="rId6"/>
    <p:sldId id="522" r:id="rId7"/>
    <p:sldId id="512" r:id="rId8"/>
    <p:sldId id="513" r:id="rId9"/>
    <p:sldId id="520" r:id="rId10"/>
    <p:sldId id="521" r:id="rId11"/>
    <p:sldId id="505" r:id="rId12"/>
    <p:sldId id="503" r:id="rId13"/>
    <p:sldId id="507" r:id="rId14"/>
    <p:sldId id="514" r:id="rId15"/>
    <p:sldId id="504" r:id="rId16"/>
    <p:sldId id="506" r:id="rId17"/>
    <p:sldId id="269" r:id="rId1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84" d="100"/>
          <a:sy n="84" d="100"/>
        </p:scale>
        <p:origin x="84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95E7-D340-65E3-EEB5-1C01450F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A9492-0746-7A56-7786-737207252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6B1DB-37A7-FC4A-C08F-EB85985A8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CE71D-9C92-6DD4-369D-8DFBD9344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808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844D-247B-F21F-6FC9-68DB679A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99312-4CF7-BBA6-729F-5031C88C4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AC4ED-FD43-55B5-7A21-ADA1C747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E51BE-D579-EF42-1C14-2095FB2B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655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2B77-A046-2EBA-429D-7F3D18F6F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C46FD-BBAE-885E-8EC8-985B4B513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55455-2E3F-2B40-74C5-905FB9F62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E0C3D-0EC7-7D7C-CB13-C0C45451B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982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09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34880"/>
              </p:ext>
            </p:extLst>
          </p:nvPr>
        </p:nvGraphicFramePr>
        <p:xfrm>
          <a:off x="1696134" y="308600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2301201119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Siddhant k. Singh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2301201134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Varun Sain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371600" y="983630"/>
            <a:ext cx="6781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3200" b="1" dirty="0"/>
              <a:t>AI-Powered Campus Navigation &amp; Smart Help Desk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Mr. Himanshu Kaushik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649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29625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364570"/>
            <a:ext cx="82296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Large campuses such as universities, hospitals, corporate parks, and government institutions often consist of multiple buildings, departments, and facilities spread across wide areas. </a:t>
            </a:r>
          </a:p>
          <a:p>
            <a:pPr algn="just">
              <a:lnSpc>
                <a:spcPct val="150000"/>
              </a:lnSpc>
            </a:pPr>
            <a:endParaRPr lang="en-US" sz="1200" dirty="0"/>
          </a:p>
          <a:p>
            <a:pPr algn="just">
              <a:lnSpc>
                <a:spcPct val="150000"/>
              </a:lnSpc>
            </a:pPr>
            <a:r>
              <a:rPr lang="en-US" sz="1600" dirty="0"/>
              <a:t>Navigating these environments becomes challenging for students, staff, visitors, and especially first-time users. Relying on physical signboards or manual help desks frequently leads to confusion, delays, and repeated dependency on staff assistance.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Key Challenges Addressed: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Difficulty in navigating large and complex campus layouts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Over-dependence on physical help desks and manual guidance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Lack of real-time, centralized campus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Limited accessibility support for first-time and differently-abled users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263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253425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4800" y="1700808"/>
            <a:ext cx="405117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1600" dirty="0"/>
              <a:t>The main objectives of this project are:</a:t>
            </a:r>
          </a:p>
          <a:p>
            <a:r>
              <a:rPr lang="en-US" sz="1600" dirty="0"/>
              <a:t>To develop a centralized, web-based campus navigation and assistance system</a:t>
            </a:r>
          </a:p>
          <a:p>
            <a:r>
              <a:rPr lang="en-US" sz="1600" dirty="0"/>
              <a:t>To provide real-time location search and navigation within campus premises</a:t>
            </a:r>
          </a:p>
          <a:p>
            <a:r>
              <a:rPr lang="en-US" sz="1600" dirty="0"/>
              <a:t>To integrate an AI-powered chatbot for instant query resolution</a:t>
            </a:r>
          </a:p>
          <a:p>
            <a:r>
              <a:rPr lang="en-US" sz="1600" dirty="0"/>
              <a:t>To reduce dependency on physical help desks and manual guidance</a:t>
            </a:r>
          </a:p>
          <a:p>
            <a:r>
              <a:rPr lang="en-US" sz="1600" dirty="0"/>
              <a:t>To improve accessibility and ease of navigation for all users, including first-time visitors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0B26A4-B5C1-E18A-3D59-DD751EE53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3" t="9476" r="6240" b="15127"/>
          <a:stretch>
            <a:fillRect/>
          </a:stretch>
        </p:blipFill>
        <p:spPr>
          <a:xfrm>
            <a:off x="4355976" y="1628800"/>
            <a:ext cx="4733800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4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55712" y="253425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361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1520" y="1377700"/>
            <a:ext cx="8784977" cy="406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dirty="0"/>
              <a:t>The proposed solution is an </a:t>
            </a:r>
            <a:r>
              <a:rPr lang="en-US" sz="1600" b="1" dirty="0"/>
              <a:t>AI-Powered Campus Navigation &amp; Smart Help Desk System</a:t>
            </a:r>
            <a:r>
              <a:rPr lang="en-US" sz="1600" dirty="0"/>
              <a:t> developed as a web-based platform using modern full-stack technologies. 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Key Features Include: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AI-powered chatbot for instant, conversational assistance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Interactive digital campus map with real-time route guidance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Centralized campus information management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Web-based, responsive, and user-friendly interface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24/7 availability without dependency on physical help desks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Scalable architecture adaptable to different campus types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Reduced human intervention and improved operational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173497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F9784-3CC2-3AC7-61AC-177879E2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FF4796-AECE-4CB9-0728-8285284F5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3917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9E86FB5-5804-5032-D20E-50A0A14E1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C31AA8-9F59-02C9-4BA2-78BF9559534F}"/>
              </a:ext>
            </a:extLst>
          </p:cNvPr>
          <p:cNvCxnSpPr/>
          <p:nvPr/>
        </p:nvCxnSpPr>
        <p:spPr>
          <a:xfrm>
            <a:off x="-18257" y="83671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DDC13BC-27DF-65F0-CEB9-CE193AAE71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89BC9F-495A-FC6E-E380-83049DD47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950531"/>
            <a:ext cx="828092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 following major modules and features have been developed.</a:t>
            </a:r>
          </a:p>
          <a:p>
            <a:r>
              <a:rPr lang="en-US" sz="1600" b="1" dirty="0"/>
              <a:t>1. Multi-Role Authentication System</a:t>
            </a:r>
          </a:p>
          <a:p>
            <a:r>
              <a:rPr lang="en-US" sz="1600" dirty="0"/>
              <a:t>Implemented a </a:t>
            </a:r>
            <a:r>
              <a:rPr lang="en-US" sz="1600" b="1" dirty="0"/>
              <a:t>three-role login system</a:t>
            </a:r>
            <a:r>
              <a:rPr lang="en-US" sz="1600" dirty="0"/>
              <a:t> for different users: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Students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Faculty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Admin</a:t>
            </a:r>
            <a:endParaRPr lang="en-US" sz="1600" dirty="0"/>
          </a:p>
          <a:p>
            <a:r>
              <a:rPr lang="en-US" sz="1600" dirty="0"/>
              <a:t>Each role has </a:t>
            </a:r>
            <a:r>
              <a:rPr lang="en-US" sz="1600" b="1" dirty="0"/>
              <a:t>separate access permissions and functionalities</a:t>
            </a:r>
            <a:r>
              <a:rPr lang="en-US" sz="1600" dirty="0"/>
              <a:t> within the system.</a:t>
            </a:r>
          </a:p>
          <a:p>
            <a:endParaRPr lang="en-US" sz="1600" b="1" dirty="0"/>
          </a:p>
          <a:p>
            <a:r>
              <a:rPr lang="en-US" sz="1600" b="1" dirty="0"/>
              <a:t>2. User Dashboard Interface</a:t>
            </a:r>
          </a:p>
          <a:p>
            <a:r>
              <a:rPr lang="en-US" sz="1600" dirty="0"/>
              <a:t>Developed a </a:t>
            </a:r>
            <a:r>
              <a:rPr lang="en-US" sz="1600" b="1" dirty="0"/>
              <a:t>centralized dashboard</a:t>
            </a:r>
            <a:r>
              <a:rPr lang="en-US" sz="1600" dirty="0"/>
              <a:t> for logged-in users.</a:t>
            </a:r>
          </a:p>
          <a:p>
            <a:r>
              <a:rPr lang="en-US" sz="1600" dirty="0"/>
              <a:t>The dashboard provides quick access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Navigation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Class schedules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Timetable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Help desk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3. Classroom Booking System</a:t>
            </a:r>
          </a:p>
          <a:p>
            <a:r>
              <a:rPr lang="en-US" sz="1600" dirty="0"/>
              <a:t>Implemented a </a:t>
            </a:r>
            <a:r>
              <a:rPr lang="en-US" sz="1600" b="1" dirty="0"/>
              <a:t>booking structure for classrooms</a:t>
            </a:r>
            <a:r>
              <a:rPr lang="en-US" sz="1600" dirty="0"/>
              <a:t> that allows scheduling of lecture halls or rooms.</a:t>
            </a:r>
          </a:p>
          <a:p>
            <a:r>
              <a:rPr lang="en-US" sz="1600" dirty="0"/>
              <a:t>Admin or faculty can manage booking information to avoid conflicts.</a:t>
            </a:r>
          </a:p>
          <a:p>
            <a:r>
              <a:rPr lang="en-US" sz="1600" dirty="0"/>
              <a:t>The system uses </a:t>
            </a:r>
            <a:r>
              <a:rPr lang="en-US" sz="1600" b="1" dirty="0"/>
              <a:t>interactive maps and location search</a:t>
            </a:r>
            <a:r>
              <a:rPr lang="en-US" sz="1600" dirty="0"/>
              <a:t> to guide users to their destination.</a:t>
            </a:r>
          </a:p>
        </p:txBody>
      </p:sp>
    </p:spTree>
    <p:extLst>
      <p:ext uri="{BB962C8B-B14F-4D97-AF65-F5344CB8AC3E}">
        <p14:creationId xmlns:p14="http://schemas.microsoft.com/office/powerpoint/2010/main" val="202823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3917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-18257" y="83671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19C825-3C27-8ECD-2200-A81965DE1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952792"/>
            <a:ext cx="8280920" cy="522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5. Course Timetable Module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Implemented a </a:t>
            </a:r>
            <a:r>
              <a:rPr lang="en-US" sz="1600" b="1" dirty="0"/>
              <a:t>timetable system</a:t>
            </a:r>
            <a:r>
              <a:rPr lang="en-US" sz="1600" dirty="0"/>
              <a:t> that displays course schedules for students and faculty.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Users can easily view their </a:t>
            </a:r>
            <a:r>
              <a:rPr lang="en-US" sz="1600" b="1" dirty="0"/>
              <a:t>daily or weekly class timetable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6. Class Scheduling Module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Developed a </a:t>
            </a:r>
            <a:r>
              <a:rPr lang="en-US" sz="1600" b="1" dirty="0"/>
              <a:t>class scheduling structure</a:t>
            </a:r>
            <a:r>
              <a:rPr lang="en-US" sz="1600" dirty="0"/>
              <a:t> that manages lecture timings and room allocations.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7. Digital Help Desk System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Implemented a </a:t>
            </a:r>
            <a:r>
              <a:rPr lang="en-US" sz="1600" b="1" dirty="0"/>
              <a:t>virtual help desk interface</a:t>
            </a:r>
            <a:r>
              <a:rPr lang="en-US" sz="1600" dirty="0"/>
              <a:t> to assist users with campus-related queries.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Provides information about departments, rooms, facilities, and campus services.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8. AI Chatbot Integration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Integrated an </a:t>
            </a:r>
            <a:r>
              <a:rPr lang="en-US" sz="1600" b="1" dirty="0"/>
              <a:t>AI-powered chatbot module</a:t>
            </a:r>
            <a:r>
              <a:rPr lang="en-US" sz="1600" dirty="0"/>
              <a:t> to handle user queries.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 chatbot provides assistance for: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Campus navigation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Location queries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General campus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BBE2B9-71CC-053F-D13D-3E57E8DF8B6D}"/>
              </a:ext>
            </a:extLst>
          </p:cNvPr>
          <p:cNvSpPr txBox="1"/>
          <p:nvPr/>
        </p:nvSpPr>
        <p:spPr>
          <a:xfrm>
            <a:off x="462956" y="1358797"/>
            <a:ext cx="8218088" cy="462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System Architecture: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n-US" sz="1600" dirty="0"/>
              <a:t>esigned a </a:t>
            </a:r>
            <a:r>
              <a:rPr lang="en-US" sz="1600" b="1" dirty="0"/>
              <a:t>layered architecture</a:t>
            </a:r>
            <a:r>
              <a:rPr lang="en-US" sz="1600" dirty="0"/>
              <a:t> consisting of UI layer, backend services, database layer, AI chatbot module, and mapping services.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REST API communication</a:t>
            </a:r>
            <a:r>
              <a:rPr lang="en-US" sz="1600" dirty="0"/>
              <a:t> between frontend and backend components.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Structured the system to support </a:t>
            </a:r>
            <a:r>
              <a:rPr lang="en-US" sz="1600" b="1" dirty="0"/>
              <a:t>scalability and modular integration</a:t>
            </a:r>
            <a:r>
              <a:rPr lang="en-US" sz="1600" dirty="0"/>
              <a:t> of AI and mapping services.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b="1" dirty="0"/>
              <a:t>Frontend Development:</a:t>
            </a: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Developed the </a:t>
            </a:r>
            <a:r>
              <a:rPr lang="en-US" sz="1600" b="1" dirty="0"/>
              <a:t>web-based user interface using React.js, HTML, CSS, and JavaScript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the </a:t>
            </a:r>
            <a:r>
              <a:rPr lang="en-US" sz="1600" b="1" dirty="0"/>
              <a:t>interactive campus map interface</a:t>
            </a:r>
            <a:r>
              <a:rPr lang="en-US" sz="1600" dirty="0"/>
              <a:t> for displaying campus locations.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Created </a:t>
            </a:r>
            <a:r>
              <a:rPr lang="en-US" sz="1600" b="1" dirty="0"/>
              <a:t>search functionality</a:t>
            </a:r>
            <a:r>
              <a:rPr lang="en-US" sz="1600" dirty="0"/>
              <a:t> to locate buildings, departments, and facilities.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a </a:t>
            </a:r>
            <a:r>
              <a:rPr lang="en-US" sz="1600" b="1" dirty="0"/>
              <a:t>chatbot interface</a:t>
            </a:r>
            <a:r>
              <a:rPr lang="en-US" sz="1600" dirty="0"/>
              <a:t> for user interaction and query submission.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Designed the UI to be </a:t>
            </a:r>
            <a:r>
              <a:rPr lang="en-US" sz="1600" b="1" dirty="0"/>
              <a:t>responsive and user-friendly across devices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28B7-8C71-8E4B-A819-310F4C39C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3F66C5-86BD-4AAF-2216-228FF11BC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6CA44CB-7DEE-CDC7-84D6-39021B650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1336B7-4614-36A6-A5DB-F6FAFCCE60C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1CA4D68-6969-A5A5-CBD6-54E77F737F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755E7-B6C7-23CD-E2A8-390675031762}"/>
              </a:ext>
            </a:extLst>
          </p:cNvPr>
          <p:cNvSpPr txBox="1"/>
          <p:nvPr/>
        </p:nvSpPr>
        <p:spPr>
          <a:xfrm>
            <a:off x="481212" y="1556792"/>
            <a:ext cx="8218088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Backend Development </a:t>
            </a:r>
            <a:r>
              <a:rPr lang="en-US" sz="1600" dirty="0"/>
              <a:t>Developed the </a:t>
            </a:r>
            <a:r>
              <a:rPr lang="en-US" sz="1600" b="1" dirty="0"/>
              <a:t>server-side architecture using Node.js and Express.js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Created </a:t>
            </a:r>
            <a:r>
              <a:rPr lang="en-US" sz="1600" b="1" dirty="0"/>
              <a:t>REST API endpoints</a:t>
            </a:r>
            <a:r>
              <a:rPr lang="en-US" sz="1600" dirty="0"/>
              <a:t> for handling navigation queries and system requests.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business logic for route generation and data processing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backend services with the </a:t>
            </a:r>
            <a:r>
              <a:rPr lang="en-US" sz="1600" b="1" dirty="0"/>
              <a:t>AI chatbot module</a:t>
            </a:r>
            <a:r>
              <a:rPr lang="en-US" sz="1600" dirty="0"/>
              <a:t> for query interpretation.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Managed communication between </a:t>
            </a:r>
            <a:r>
              <a:rPr lang="en-US" sz="1600" b="1" dirty="0"/>
              <a:t>frontend interface, database, and mapping services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Database 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Designed a </a:t>
            </a:r>
            <a:r>
              <a:rPr lang="en-US" sz="1600" b="1" dirty="0"/>
              <a:t>MongoDB database schema</a:t>
            </a:r>
            <a:r>
              <a:rPr lang="en-US" sz="1600" dirty="0"/>
              <a:t> to store campus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Created collections for </a:t>
            </a:r>
            <a:r>
              <a:rPr lang="en-US" sz="1600" b="1" dirty="0"/>
              <a:t>buildings, departments, facilities, and key locations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database queries for retrieving campus data efficiently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67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9C47-0B1A-E81C-4DDB-92023771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B1759F-4833-A8B3-3E68-6C1A082D3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4820B-53A2-4809-AFFF-6FE5B9AFD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9DEC07-6A9D-9DAA-2C9A-D7F904469F8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4CE677C-737E-BB40-1900-2FDEEAEA10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B5872C-3209-A796-F5DD-F3C62649473F}"/>
              </a:ext>
            </a:extLst>
          </p:cNvPr>
          <p:cNvSpPr txBox="1"/>
          <p:nvPr/>
        </p:nvSpPr>
        <p:spPr>
          <a:xfrm>
            <a:off x="611560" y="1340768"/>
            <a:ext cx="8208912" cy="5224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AI Chatbot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NLP-based chatbot processing</a:t>
            </a:r>
            <a:r>
              <a:rPr lang="en-US" sz="1600" dirty="0"/>
              <a:t> for interpreting user queries.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chatbot with backend APIs to retrieve relevant campus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Enabled responses for </a:t>
            </a:r>
            <a:r>
              <a:rPr lang="en-US" sz="1600" b="1" dirty="0"/>
              <a:t>location queries and navigation instructions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Mapping &amp; Navigation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</a:t>
            </a:r>
            <a:r>
              <a:rPr lang="en-US" sz="1600" b="1" dirty="0"/>
              <a:t>OpenStreetMap / </a:t>
            </a:r>
            <a:r>
              <a:rPr lang="en-US" sz="1600" b="1" dirty="0" err="1"/>
              <a:t>Mapbox</a:t>
            </a:r>
            <a:r>
              <a:rPr lang="en-US" sz="1600" b="1" dirty="0"/>
              <a:t> APIs</a:t>
            </a:r>
            <a:r>
              <a:rPr lang="en-US" sz="1600" dirty="0"/>
              <a:t> for map visualization.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functionality to </a:t>
            </a:r>
            <a:r>
              <a:rPr lang="en-US" sz="1600" b="1" dirty="0"/>
              <a:t>display campus locations and generate routes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Connected mapping services with backend APIs and database.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Current Development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Chatbot and mapping integration in progress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moving toward </a:t>
            </a:r>
            <a:r>
              <a:rPr lang="en-US" sz="1600" b="1" dirty="0"/>
              <a:t>final integration and testing phase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24234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2881F-0210-1C23-2E33-B0AFFF509720}"/>
              </a:ext>
            </a:extLst>
          </p:cNvPr>
          <p:cNvSpPr txBox="1"/>
          <p:nvPr/>
        </p:nvSpPr>
        <p:spPr>
          <a:xfrm>
            <a:off x="611560" y="1340768"/>
            <a:ext cx="8064896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The AI-Powered Campus Navigation &amp; Smart Help Desk System is developed using a structured, modular approach to ensure scalability, efficiency, and ease of use. The overall workflow of the system is as follows: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For a better understanding of the workflow of this system, let us focus on the below points: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accesses the </a:t>
            </a:r>
            <a:r>
              <a:rPr lang="en-US" sz="1600" b="1" dirty="0"/>
              <a:t>web-based campus navigation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Query is submitted through search or </a:t>
            </a:r>
            <a:r>
              <a:rPr lang="en-US" sz="1600" b="1" dirty="0"/>
              <a:t>AI chatbot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Backend processes the request via </a:t>
            </a:r>
            <a:r>
              <a:rPr lang="en-US" sz="1600" b="1" dirty="0"/>
              <a:t>REST APIs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AI chatbot</a:t>
            </a:r>
            <a:r>
              <a:rPr lang="en-US" sz="1600" dirty="0"/>
              <a:t> analyzes intent using </a:t>
            </a:r>
            <a:r>
              <a:rPr lang="en-US" sz="1600" b="1" dirty="0"/>
              <a:t>NLP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Campus data and routes are retrieved from </a:t>
            </a:r>
            <a:r>
              <a:rPr lang="en-US" sz="1600" b="1" dirty="0"/>
              <a:t>database</a:t>
            </a:r>
            <a:r>
              <a:rPr lang="en-US" sz="1600" dirty="0"/>
              <a:t> and </a:t>
            </a:r>
            <a:r>
              <a:rPr lang="en-US" sz="1600" b="1" dirty="0"/>
              <a:t>map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Navigation</a:t>
            </a:r>
            <a:r>
              <a:rPr lang="en-US" sz="1600" dirty="0"/>
              <a:t> or information is displayed to the user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is tested and refined through iterative improvements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A01885D-BBE3-052C-42B1-D3798BEA9A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7" t="6089" r="15430" b="1125"/>
          <a:stretch>
            <a:fillRect/>
          </a:stretch>
        </p:blipFill>
        <p:spPr>
          <a:xfrm>
            <a:off x="1403648" y="1234035"/>
            <a:ext cx="6480720" cy="507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196752"/>
            <a:ext cx="87849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1 (Weeks 1): </a:t>
            </a:r>
            <a:r>
              <a:rPr lang="en-US" sz="1600" b="1" dirty="0"/>
              <a:t>Requirement Analysis &amp; Planning</a:t>
            </a:r>
          </a:p>
          <a:p>
            <a:pPr lvl="1"/>
            <a:r>
              <a:rPr lang="en-US" sz="1600" dirty="0"/>
              <a:t>Analysis of campus layout, user requirements, navigation challenges, and system feasibility.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2 (Weeks 2-3): </a:t>
            </a:r>
            <a:r>
              <a:rPr lang="en-US" sz="1600" b="1" dirty="0"/>
              <a:t>System Design &amp; UI Development</a:t>
            </a:r>
          </a:p>
          <a:p>
            <a:pPr lvl="1"/>
            <a:r>
              <a:rPr lang="en-US" sz="1600" dirty="0"/>
              <a:t>Design of system architecture, database schema, and development of user-friendly frontend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3 (Weeks 4-5): </a:t>
            </a:r>
            <a:r>
              <a:rPr lang="en-US" sz="1600" b="1" dirty="0"/>
              <a:t>Backend Development &amp; Data Integration</a:t>
            </a:r>
          </a:p>
          <a:p>
            <a:pPr lvl="1"/>
            <a:r>
              <a:rPr lang="en-US" sz="1600" dirty="0"/>
              <a:t>Implementation of backend services, REST APIs, and centralized campus data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4 (Weeks 6): </a:t>
            </a:r>
            <a:r>
              <a:rPr lang="en-US" sz="1600" b="1" dirty="0"/>
              <a:t>AI Chatbot &amp; Mapping Integration</a:t>
            </a:r>
          </a:p>
          <a:p>
            <a:pPr lvl="1"/>
            <a:r>
              <a:rPr lang="en-US" sz="1600" dirty="0"/>
              <a:t>Integration of NLP-based chatbot and interactive mapping services for navigation.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5 (Weeks 7-9): </a:t>
            </a:r>
            <a:r>
              <a:rPr lang="en-US" sz="1600" b="1" dirty="0"/>
              <a:t>Testing, Optimization &amp; Deployment</a:t>
            </a:r>
          </a:p>
          <a:p>
            <a:pPr lvl="1"/>
            <a:r>
              <a:rPr lang="en-US" sz="1600" dirty="0"/>
              <a:t>Functional testing, performance optimization, bug fixing, and final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323528" y="1340768"/>
            <a:ext cx="8784976" cy="501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1. Advanced Navigation Optimization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Improve the </a:t>
            </a:r>
            <a:r>
              <a:rPr lang="en-US" sz="1600" b="1" dirty="0"/>
              <a:t>campus navigation system</a:t>
            </a:r>
            <a:r>
              <a:rPr lang="en-US" sz="1600" dirty="0"/>
              <a:t> with more precise routing between buildings, classrooms, and facilities. Implement </a:t>
            </a:r>
            <a:r>
              <a:rPr lang="en-US" sz="1600" b="1" dirty="0"/>
              <a:t>optimized path generation</a:t>
            </a:r>
            <a:r>
              <a:rPr lang="en-US" sz="1600" dirty="0"/>
              <a:t> for faster and more accurate directions.</a:t>
            </a:r>
          </a:p>
          <a:p>
            <a:pPr>
              <a:lnSpc>
                <a:spcPct val="150000"/>
              </a:lnSpc>
            </a:pPr>
            <a:endParaRPr lang="en-US" sz="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2. Indoor Navigation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Extend the navigation system to support </a:t>
            </a:r>
            <a:r>
              <a:rPr lang="en-US" sz="1600" b="1" dirty="0"/>
              <a:t>indoor navigation within buildings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Enable users to locate </a:t>
            </a:r>
            <a:r>
              <a:rPr lang="en-US" sz="1600" b="1" dirty="0"/>
              <a:t>specific classrooms, labs, and offices inside buildings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3. Real-Time Data Updates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 real-time updates for </a:t>
            </a:r>
            <a:r>
              <a:rPr lang="en-US" sz="1600" b="1" dirty="0"/>
              <a:t>class schedules, room availability, and bookings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Ensure the system reflects </a:t>
            </a:r>
            <a:r>
              <a:rPr lang="en-US" sz="1600" b="1" dirty="0"/>
              <a:t>dynamic changes in classroom allocation and schedules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4. Enhanced AI Chatbot Capabilities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Improve the </a:t>
            </a:r>
            <a:r>
              <a:rPr lang="en-US" sz="1600" b="1" dirty="0"/>
              <a:t>AI chatbot's natural language understanding</a:t>
            </a:r>
            <a:r>
              <a:rPr lang="en-US" sz="1600" dirty="0"/>
              <a:t> to handle more complex queries.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Enable the chatbot to provide </a:t>
            </a:r>
            <a:r>
              <a:rPr lang="en-US" sz="1600" b="1" dirty="0"/>
              <a:t>context-based responses related to schedules, navigation, and campus services</a:t>
            </a:r>
            <a:r>
              <a:rPr lang="en-US" sz="160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5EF37C-6FEF-FE0B-915C-41308C5E1438}"/>
              </a:ext>
            </a:extLst>
          </p:cNvPr>
          <p:cNvSpPr txBox="1"/>
          <p:nvPr/>
        </p:nvSpPr>
        <p:spPr>
          <a:xfrm>
            <a:off x="228600" y="1462132"/>
            <a:ext cx="87849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system is developed using modern web technologies to ensure responsiveness, scalability, and efficient data handling. These tools enable seamless integration between the user interface, backend services, and AI components.</a:t>
            </a:r>
          </a:p>
          <a:p>
            <a:endParaRPr lang="en-US" sz="1600" dirty="0"/>
          </a:p>
          <a:p>
            <a:r>
              <a:rPr lang="en-US" sz="1600" dirty="0"/>
              <a:t>The structure for the Tech-Stack focuses on the following: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Frontend:</a:t>
            </a:r>
            <a:r>
              <a:rPr lang="en-US" sz="1600" dirty="0"/>
              <a:t> React.js, HTML5, CSS3,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Backend:</a:t>
            </a:r>
            <a:r>
              <a:rPr lang="en-US" sz="1600" dirty="0"/>
              <a:t> Node.js, Express.js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Database:</a:t>
            </a:r>
            <a:r>
              <a:rPr lang="en-US" sz="1600" dirty="0"/>
              <a:t> MongoDB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AI &amp; NLP:</a:t>
            </a:r>
            <a:r>
              <a:rPr lang="en-US" sz="1600" dirty="0"/>
              <a:t> Chatbot frameworks, NLP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Mapping:</a:t>
            </a:r>
            <a:r>
              <a:rPr lang="en-US" sz="1600" dirty="0"/>
              <a:t> OpenStreetMap, Leaflet / </a:t>
            </a:r>
            <a:r>
              <a:rPr lang="en-US" sz="1600" dirty="0" err="1"/>
              <a:t>Mapbox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APIs &amp; Tools:</a:t>
            </a:r>
            <a:r>
              <a:rPr lang="en-US" sz="1600" dirty="0"/>
              <a:t> REST APIs, Axios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7D393CA-AD66-F261-2593-ABC26120C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12776"/>
            <a:ext cx="8888288" cy="337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+mj-lt"/>
              </a:rPr>
              <a:t>Following are the expected outcomes for Future Objectives: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Easy </a:t>
            </a:r>
            <a:r>
              <a:rPr lang="en-US" altLang="en-US" sz="1600" b="1" dirty="0">
                <a:latin typeface="+mj-lt"/>
              </a:rPr>
              <a:t>navigation to classrooms, departments, and campus facilities</a:t>
            </a:r>
            <a:r>
              <a:rPr lang="en-US" altLang="en-US" sz="1600" dirty="0">
                <a:latin typeface="+mj-lt"/>
              </a:rPr>
              <a:t> through the digital navigation system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+mj-lt"/>
              </a:rPr>
              <a:t>Centralized access to timetables, schedules, and room information</a:t>
            </a:r>
            <a:r>
              <a:rPr lang="en-US" altLang="en-US" sz="1600" dirty="0">
                <a:latin typeface="+mj-lt"/>
              </a:rPr>
              <a:t> through a user dashboard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Efficient </a:t>
            </a:r>
            <a:r>
              <a:rPr lang="en-US" altLang="en-US" sz="1600" b="1" dirty="0">
                <a:latin typeface="+mj-lt"/>
              </a:rPr>
              <a:t>classroom booking and scheduling management</a:t>
            </a:r>
            <a:r>
              <a:rPr lang="en-US" altLang="en-US" sz="1600" dirty="0">
                <a:latin typeface="+mj-lt"/>
              </a:rPr>
              <a:t> to prevent conflicts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+mj-lt"/>
              </a:rPr>
              <a:t>AI chatbot assistance</a:t>
            </a:r>
            <a:r>
              <a:rPr lang="en-US" altLang="en-US" sz="1600" dirty="0">
                <a:latin typeface="+mj-lt"/>
              </a:rPr>
              <a:t> for answering campus-related queries and navigation help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Improved </a:t>
            </a:r>
            <a:r>
              <a:rPr lang="en-US" altLang="en-US" sz="1600" b="1" dirty="0">
                <a:latin typeface="+mj-lt"/>
              </a:rPr>
              <a:t>user experience and accessibility</a:t>
            </a:r>
            <a:r>
              <a:rPr lang="en-US" altLang="en-US" sz="1600" dirty="0">
                <a:latin typeface="+mj-lt"/>
              </a:rPr>
              <a:t> for students, faculty, and visitors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Reduced </a:t>
            </a:r>
            <a:r>
              <a:rPr lang="en-US" altLang="en-US" sz="1600" b="1" dirty="0">
                <a:latin typeface="+mj-lt"/>
              </a:rPr>
              <a:t>administrative workload</a:t>
            </a:r>
            <a:r>
              <a:rPr lang="en-US" altLang="en-US" sz="1600" dirty="0">
                <a:latin typeface="+mj-lt"/>
              </a:rPr>
              <a:t> through automated help desk and information services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Scalable </a:t>
            </a:r>
            <a:r>
              <a:rPr lang="en-US" altLang="en-US" sz="1600" b="1" dirty="0">
                <a:latin typeface="+mj-lt"/>
              </a:rPr>
              <a:t>smart campus solution</a:t>
            </a:r>
            <a:r>
              <a:rPr lang="en-US" altLang="en-US" sz="1600" dirty="0">
                <a:latin typeface="+mj-lt"/>
              </a:rPr>
              <a:t> that can support future system enhancements and integrations.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7196</TotalTime>
  <Words>1496</Words>
  <Application>Microsoft Office PowerPoint</Application>
  <PresentationFormat>On-screen Show (4:3)</PresentationFormat>
  <Paragraphs>211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Garamond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Siddhant KS</cp:lastModifiedBy>
  <cp:revision>313</cp:revision>
  <cp:lastPrinted>2022-09-05T08:43:44Z</cp:lastPrinted>
  <dcterms:created xsi:type="dcterms:W3CDTF">2020-01-16T09:05:56Z</dcterms:created>
  <dcterms:modified xsi:type="dcterms:W3CDTF">2026-03-09T14:22:58Z</dcterms:modified>
</cp:coreProperties>
</file>